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60" r:id="rId5"/>
    <p:sldId id="261" r:id="rId6"/>
    <p:sldId id="262" r:id="rId7"/>
  </p:sldIdLst>
  <p:sldSz cx="14630400" cy="8229600"/>
  <p:notesSz cx="8229600" cy="14630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Syne Extra Bold" panose="020B0604020202020204" charset="0"/>
      <p:regular r:id="rId13"/>
    </p:embeddedFont>
    <p:embeddedFont>
      <p:font typeface="Syne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805"/>
    <a:srgbClr val="151F24"/>
    <a:srgbClr val="14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16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6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87957" y="1823561"/>
            <a:ext cx="9623582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CLI-утилита мониторинга сети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187957" y="316736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Разработка инструмента для проверки доступности хостов на языке </a:t>
            </a: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Go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3187957" y="4158674"/>
            <a:ext cx="1371957" cy="426244"/>
          </a:xfrm>
          <a:prstGeom prst="roundRect">
            <a:avLst>
              <a:gd name="adj" fmla="val 17880"/>
            </a:avLst>
          </a:prstGeom>
          <a:solidFill>
            <a:srgbClr val="334805"/>
          </a:solidFill>
          <a:ln/>
        </p:spPr>
      </p:sp>
      <p:sp>
        <p:nvSpPr>
          <p:cNvPr id="6" name="Text 3"/>
          <p:cNvSpPr/>
          <p:nvPr/>
        </p:nvSpPr>
        <p:spPr>
          <a:xfrm>
            <a:off x="3324045" y="4226659"/>
            <a:ext cx="109978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GO · TCP · CLI</a:t>
            </a:r>
            <a:endParaRPr lang="en-US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2662452" y="7752522"/>
            <a:ext cx="1967948" cy="477078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42060" y="9209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Проблема и цель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2654764" y="3377489"/>
            <a:ext cx="374020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 smtClean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</a:t>
            </a:r>
            <a:r>
              <a:rPr lang="en-US" sz="28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385087" y="3966252"/>
            <a:ext cx="445171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Нет простого способа быстро проверить — работает ли мой сервер прямо сейчас? Стандартные инструменты громоздки или требуют GUI.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25355" y="3385109"/>
            <a:ext cx="3740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 err="1" smtClean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Цель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325355" y="3966253"/>
            <a:ext cx="461914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Создать лёгкую CLI-утилиту, которая проверяет доступность хостов по </a:t>
            </a:r>
            <a:r>
              <a:rPr lang="en-US" sz="20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TCP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r>
              <a:rPr lang="en-US" sz="20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измеряет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ru-RU" sz="2000" dirty="0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задержку</a:t>
            </a:r>
            <a:r>
              <a:rPr lang="en-US" sz="2000" dirty="0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2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 ведёт лог — всё в терминале.</a:t>
            </a:r>
            <a:endParaRPr lang="en-US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2662452" y="7752522"/>
            <a:ext cx="1967948" cy="477078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05677" y="1248132"/>
            <a:ext cx="6380950" cy="49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Разработка и тестирование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905677" y="2287310"/>
            <a:ext cx="3417504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Планирование и архитектура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5677" y="2603421"/>
            <a:ext cx="8705462" cy="43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Сначала продумал архитектуру программы и основные функции. Определил, как будет происходить проверка хостов (через </a:t>
            </a:r>
            <a:r>
              <a:rPr lang="en-US" sz="1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TCP</a:t>
            </a: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). Реализовал базовую версию (однократная проверка).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905677" y="3642122"/>
            <a:ext cx="3896478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Мониторинг в реальном времени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905677" y="3958233"/>
            <a:ext cx="8705462" cy="43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Далее добавил мониторинг в реальном времени. Реализовал многопоточность </a:t>
            </a:r>
            <a:r>
              <a:rPr lang="en-US" sz="16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через</a:t>
            </a: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ru-RU" sz="1600" dirty="0" err="1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горутины</a:t>
            </a:r>
            <a:r>
              <a:rPr lang="en-US" sz="1600" dirty="0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 </a:t>
            </a: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Настроил корректное </a:t>
            </a:r>
            <a:r>
              <a:rPr lang="en-US" sz="160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завершение</a:t>
            </a: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600" dirty="0" err="1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программы</a:t>
            </a:r>
            <a:r>
              <a:rPr lang="ru-RU" sz="1600" dirty="0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05677" y="4996934"/>
            <a:ext cx="2160292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Тестирование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905677" y="5313045"/>
            <a:ext cx="8705462" cy="43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Тестировал на своих серверах. Проверял работу при недоступных хостах. Анализировал задержку и стабильность работы.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905677" y="6351746"/>
            <a:ext cx="2160292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Доработка</a:t>
            </a: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905677" y="6667857"/>
            <a:ext cx="870546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 процессе дорабатывал код и упрощал структуру.</a:t>
            </a:r>
            <a:endParaRPr lang="en-US" sz="16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12496484" y="7633252"/>
            <a:ext cx="2133916" cy="477078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21" name="Прямоугольник 20"/>
          <p:cNvSpPr/>
          <p:nvPr/>
        </p:nvSpPr>
        <p:spPr>
          <a:xfrm>
            <a:off x="905677" y="2131983"/>
            <a:ext cx="8705462" cy="45719"/>
          </a:xfrm>
          <a:prstGeom prst="rect">
            <a:avLst/>
          </a:prstGeom>
          <a:solidFill>
            <a:srgbClr val="3348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905677" y="3489612"/>
            <a:ext cx="8705462" cy="45719"/>
          </a:xfrm>
          <a:prstGeom prst="rect">
            <a:avLst/>
          </a:prstGeom>
          <a:solidFill>
            <a:srgbClr val="3348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905677" y="4849179"/>
            <a:ext cx="8705462" cy="45719"/>
          </a:xfrm>
          <a:prstGeom prst="rect">
            <a:avLst/>
          </a:prstGeom>
          <a:solidFill>
            <a:srgbClr val="3348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905677" y="6220308"/>
            <a:ext cx="8705462" cy="45719"/>
          </a:xfrm>
          <a:prstGeom prst="rect">
            <a:avLst/>
          </a:prstGeom>
          <a:solidFill>
            <a:srgbClr val="3348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746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3362" y="1026557"/>
            <a:ext cx="3754874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Пример кода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2133362" y="1694736"/>
            <a:ext cx="10363676" cy="4695587"/>
          </a:xfrm>
          <a:prstGeom prst="roundRect">
            <a:avLst>
              <a:gd name="adj" fmla="val 1343"/>
            </a:avLst>
          </a:prstGeom>
          <a:solidFill>
            <a:srgbClr val="222D32"/>
          </a:solidFill>
          <a:ln/>
        </p:spPr>
      </p:sp>
      <p:sp>
        <p:nvSpPr>
          <p:cNvPr id="4" name="Shape 2"/>
          <p:cNvSpPr/>
          <p:nvPr/>
        </p:nvSpPr>
        <p:spPr>
          <a:xfrm>
            <a:off x="2125861" y="1694736"/>
            <a:ext cx="10378678" cy="4695587"/>
          </a:xfrm>
          <a:prstGeom prst="roundRect">
            <a:avLst>
              <a:gd name="adj" fmla="val 480"/>
            </a:avLst>
          </a:prstGeom>
          <a:solidFill>
            <a:srgbClr val="222D32"/>
          </a:solidFill>
          <a:ln/>
        </p:spPr>
      </p:sp>
      <p:sp>
        <p:nvSpPr>
          <p:cNvPr id="5" name="Text 3"/>
          <p:cNvSpPr/>
          <p:nvPr/>
        </p:nvSpPr>
        <p:spPr>
          <a:xfrm>
            <a:off x="2313503" y="1844873"/>
            <a:ext cx="10003393" cy="4395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Проверка доступности хоста по TCP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 checkHost(host string, results chan&lt;- Result) {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 := time.Now()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conn, err := net.DialTimeout("tcp", host+":80", 3*time.Second)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latency := time.Since(start)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err != nil {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&lt;- Result{Host: host, OK: false}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conn.Close()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&lt;- Result{Host: host, OK: true, Latency: latency}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Запуск горутин для каждого хоста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_, host := range hosts {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wg.Add(1)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go func(h string) {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defer wg.Done()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checkHost(h, results)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}(host)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8B949E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33362" y="6502122"/>
            <a:ext cx="10363676" cy="700921"/>
          </a:xfrm>
          <a:prstGeom prst="roundRect">
            <a:avLst>
              <a:gd name="adj" fmla="val 9000"/>
            </a:avLst>
          </a:prstGeom>
          <a:solidFill>
            <a:srgbClr val="334805"/>
          </a:solidFill>
          <a:ln/>
        </p:spPr>
      </p:sp>
      <p:sp>
        <p:nvSpPr>
          <p:cNvPr id="8" name="Text 5"/>
          <p:cNvSpPr/>
          <p:nvPr/>
        </p:nvSpPr>
        <p:spPr>
          <a:xfrm>
            <a:off x="2621280" y="6639044"/>
            <a:ext cx="9725620" cy="39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yne Extra Bold" panose="020B0604020202020204" charset="0"/>
                <a:ea typeface="Syne" pitchFamily="34" charset="-122"/>
                <a:cs typeface="Arial" panose="020B0604020202020204" pitchFamily="34" charset="0"/>
              </a:rPr>
              <a:t>net.DialTimeout</a:t>
            </a:r>
            <a:r>
              <a:rPr lang="en-US" sz="1150" dirty="0">
                <a:solidFill>
                  <a:srgbClr val="FFFFFF"/>
                </a:solidFill>
                <a:latin typeface="Syne Extra Bold" panose="020B0604020202020204" charset="0"/>
                <a:ea typeface="Syne" pitchFamily="34" charset="-122"/>
                <a:cs typeface="Arial" panose="020B0604020202020204" pitchFamily="34" charset="0"/>
              </a:rPr>
              <a:t> — устанавливает TCP-соединение с таймаутом 3 сек. Каждый хост проверяется в </a:t>
            </a:r>
            <a:r>
              <a:rPr lang="en-US" sz="1150" dirty="0" err="1">
                <a:solidFill>
                  <a:srgbClr val="FFFFFF"/>
                </a:solidFill>
                <a:latin typeface="Syne Extra Bold" panose="020B0604020202020204" charset="0"/>
                <a:ea typeface="Syne" pitchFamily="34" charset="-122"/>
                <a:cs typeface="Arial" panose="020B0604020202020204" pitchFamily="34" charset="0"/>
              </a:rPr>
              <a:t>отдельной</a:t>
            </a:r>
            <a:r>
              <a:rPr lang="en-US" sz="1150" dirty="0">
                <a:solidFill>
                  <a:srgbClr val="FFFFFF"/>
                </a:solidFill>
                <a:latin typeface="Syne Extra Bold" panose="020B0604020202020204" charset="0"/>
                <a:ea typeface="Syne" pitchFamily="34" charset="-122"/>
                <a:cs typeface="Arial" panose="020B0604020202020204" pitchFamily="34" charset="0"/>
              </a:rPr>
              <a:t> </a:t>
            </a:r>
            <a:r>
              <a:rPr lang="ru-RU" sz="1150" dirty="0" err="1" smtClean="0">
                <a:solidFill>
                  <a:srgbClr val="FFFFFF"/>
                </a:solidFill>
                <a:latin typeface="Syne Extra Bold" panose="020B0604020202020204" charset="0"/>
                <a:ea typeface="Syne" pitchFamily="34" charset="-122"/>
                <a:cs typeface="Arial" panose="020B0604020202020204" pitchFamily="34" charset="0"/>
              </a:rPr>
              <a:t>горутиной</a:t>
            </a:r>
            <a:r>
              <a:rPr lang="en-US" sz="1150" dirty="0" smtClean="0">
                <a:solidFill>
                  <a:srgbClr val="FFFFFF"/>
                </a:solidFill>
                <a:latin typeface="Syne Extra Bold" panose="020B0604020202020204" charset="0"/>
                <a:ea typeface="Syne" pitchFamily="34" charset="-122"/>
                <a:cs typeface="Arial" panose="020B0604020202020204" pitchFamily="34" charset="0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Syne Extra Bold" panose="020B0604020202020204" charset="0"/>
                <a:ea typeface="Syne" pitchFamily="34" charset="-122"/>
                <a:cs typeface="Arial" panose="020B0604020202020204" pitchFamily="34" charset="0"/>
              </a:rPr>
              <a:t>параллельно.</a:t>
            </a:r>
            <a:endParaRPr lang="en-US" sz="1150" dirty="0">
              <a:latin typeface="Syne Extra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2662452" y="7752522"/>
            <a:ext cx="1967948" cy="477078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4"/>
          <p:cNvSpPr/>
          <p:nvPr/>
        </p:nvSpPr>
        <p:spPr>
          <a:xfrm>
            <a:off x="2298776" y="7402061"/>
            <a:ext cx="10363676" cy="700921"/>
          </a:xfrm>
          <a:prstGeom prst="roundRect">
            <a:avLst>
              <a:gd name="adj" fmla="val 9000"/>
            </a:avLst>
          </a:prstGeom>
          <a:solidFill>
            <a:srgbClr val="334805"/>
          </a:solidFill>
          <a:ln/>
        </p:spPr>
      </p:sp>
      <p:sp>
        <p:nvSpPr>
          <p:cNvPr id="17" name="Shape 2"/>
          <p:cNvSpPr/>
          <p:nvPr/>
        </p:nvSpPr>
        <p:spPr>
          <a:xfrm>
            <a:off x="2513259" y="5402748"/>
            <a:ext cx="9391407" cy="1692713"/>
          </a:xfrm>
          <a:prstGeom prst="roundRect">
            <a:avLst>
              <a:gd name="adj" fmla="val 480"/>
            </a:avLst>
          </a:prstGeom>
          <a:solidFill>
            <a:srgbClr val="222D32"/>
          </a:solidFill>
          <a:ln/>
        </p:spPr>
      </p:sp>
      <p:sp>
        <p:nvSpPr>
          <p:cNvPr id="16" name="Shape 2"/>
          <p:cNvSpPr/>
          <p:nvPr/>
        </p:nvSpPr>
        <p:spPr>
          <a:xfrm>
            <a:off x="7904854" y="2276910"/>
            <a:ext cx="3664744" cy="2898064"/>
          </a:xfrm>
          <a:prstGeom prst="roundRect">
            <a:avLst>
              <a:gd name="adj" fmla="val 480"/>
            </a:avLst>
          </a:prstGeom>
          <a:solidFill>
            <a:srgbClr val="222D32"/>
          </a:solidFill>
          <a:ln/>
        </p:spPr>
      </p:sp>
      <p:sp>
        <p:nvSpPr>
          <p:cNvPr id="15" name="Shape 2"/>
          <p:cNvSpPr/>
          <p:nvPr/>
        </p:nvSpPr>
        <p:spPr>
          <a:xfrm>
            <a:off x="2703376" y="2276910"/>
            <a:ext cx="3664744" cy="2898064"/>
          </a:xfrm>
          <a:prstGeom prst="roundRect">
            <a:avLst>
              <a:gd name="adj" fmla="val 480"/>
            </a:avLst>
          </a:prstGeom>
          <a:solidFill>
            <a:srgbClr val="222D32"/>
          </a:solidFill>
          <a:ln/>
        </p:spPr>
      </p:sp>
      <p:sp>
        <p:nvSpPr>
          <p:cNvPr id="3" name="Text 0"/>
          <p:cNvSpPr/>
          <p:nvPr/>
        </p:nvSpPr>
        <p:spPr>
          <a:xfrm>
            <a:off x="3595196" y="683241"/>
            <a:ext cx="9285917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Параллелизм и мониторинг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2937809" y="2569667"/>
            <a:ext cx="2902744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Параллельность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937809" y="3067705"/>
            <a:ext cx="31958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Все хосты проверяются одновременно </a:t>
            </a:r>
            <a:r>
              <a:rPr lang="en-US" sz="1750" dirty="0" err="1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через</a:t>
            </a: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ru-RU" sz="1750" dirty="0" err="1" smtClean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горутины</a:t>
            </a:r>
            <a:r>
              <a:rPr lang="en-US" sz="1750" dirty="0" smtClean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— скорость не зависит от количества хостов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260163" y="2569667"/>
            <a:ext cx="315896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 smtClean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Авто-мониторинг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60163" y="3067705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Режим непрерывной проверки: цикл каждые 5 секунд, </a:t>
            </a:r>
            <a:r>
              <a:rPr lang="en-US" sz="1750" dirty="0" err="1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остановка</a:t>
            </a: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750" dirty="0" err="1" smtClean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через</a:t>
            </a:r>
            <a:r>
              <a:rPr lang="en-US" sz="1750" dirty="0" smtClean="0"/>
              <a:t> </a:t>
            </a:r>
            <a:r>
              <a:rPr lang="en-US" sz="1750" dirty="0" err="1" smtClean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Ctrl+C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3544864" y="5637183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Логирование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544864" y="613522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Результаты каждой проверки записываются в файл с временной меткой и </a:t>
            </a:r>
            <a:r>
              <a:rPr lang="en-US" sz="1750" dirty="0" err="1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значением</a:t>
            </a: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ru-RU" sz="1750" dirty="0" smtClean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задержки</a:t>
            </a:r>
            <a:endParaRPr lang="en-US" sz="17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662452" y="7752522"/>
            <a:ext cx="1967948" cy="477078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5"/>
          <p:cNvSpPr/>
          <p:nvPr/>
        </p:nvSpPr>
        <p:spPr>
          <a:xfrm>
            <a:off x="2513259" y="75677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Два режима работы: однократная проверка и постоянный мониторинг с интервалом 5 секунд.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05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Итог и развитие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563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Что реализовано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2865834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Чтение хостов из файла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530906" y="4011216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TCP-проверка с </a:t>
            </a:r>
            <a:r>
              <a:rPr lang="en-US" sz="175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измерением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ru-RU" sz="1750" dirty="0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задержки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530905" y="5156597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Параллельность </a:t>
            </a:r>
            <a:r>
              <a:rPr lang="en-US" sz="1750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через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ru-RU" sz="1750" dirty="0" err="1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горутины</a:t>
            </a:r>
            <a:endParaRPr lang="ru-RU" sz="1750" dirty="0" smtClean="0">
              <a:solidFill>
                <a:srgbClr val="D7E5D8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5"/>
          <p:cNvSpPr/>
          <p:nvPr/>
        </p:nvSpPr>
        <p:spPr>
          <a:xfrm>
            <a:off x="1530906" y="6301978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Два режима + логирование в файл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662982" y="22563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Планы развития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662982" y="2994634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Уведомления</a:t>
            </a:r>
            <a:r>
              <a:rPr lang="en-US" sz="1750" dirty="0" smtClean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при падении хоста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Веб-дашборд с графиками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662982" y="5186601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Утилита уже используется для мониторинга личного</a:t>
            </a: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сервера в реальных условиях.</a:t>
            </a:r>
            <a:endParaRPr lang="en-US" sz="1750" dirty="0"/>
          </a:p>
        </p:txBody>
      </p:sp>
      <p:sp>
        <p:nvSpPr>
          <p:cNvPr id="17" name="Стрелка вправо 16"/>
          <p:cNvSpPr/>
          <p:nvPr/>
        </p:nvSpPr>
        <p:spPr>
          <a:xfrm>
            <a:off x="1133237" y="2994634"/>
            <a:ext cx="238539" cy="10530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 вправо 17"/>
          <p:cNvSpPr/>
          <p:nvPr/>
        </p:nvSpPr>
        <p:spPr>
          <a:xfrm>
            <a:off x="1133237" y="4140016"/>
            <a:ext cx="238539" cy="10530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право 18"/>
          <p:cNvSpPr/>
          <p:nvPr/>
        </p:nvSpPr>
        <p:spPr>
          <a:xfrm>
            <a:off x="1133236" y="5292473"/>
            <a:ext cx="238539" cy="10530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 вправо 19"/>
          <p:cNvSpPr/>
          <p:nvPr/>
        </p:nvSpPr>
        <p:spPr>
          <a:xfrm>
            <a:off x="1133237" y="6483429"/>
            <a:ext cx="238539" cy="10530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2662452" y="7752522"/>
            <a:ext cx="1967948" cy="477078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387</Words>
  <Application>Microsoft Office PowerPoint</Application>
  <PresentationFormat>Произвольный</PresentationFormat>
  <Paragraphs>65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Calibri</vt:lpstr>
      <vt:lpstr>Syne Extra Bold</vt:lpstr>
      <vt:lpstr>Syne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student</cp:lastModifiedBy>
  <cp:revision>11</cp:revision>
  <dcterms:created xsi:type="dcterms:W3CDTF">2026-04-06T05:19:31Z</dcterms:created>
  <dcterms:modified xsi:type="dcterms:W3CDTF">2026-04-07T03:54:27Z</dcterms:modified>
</cp:coreProperties>
</file>